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FA35C2-8C53-575C-D6A3-D8A2A1F15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40A291B-0721-B81E-A2D8-F83D33D74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DD2541-6EE5-CB86-9C94-984620495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FD3E-59D9-4A01-9A60-32F877572384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E0FA73-1731-D836-A41B-524988218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35C701-36E0-F1B4-A21B-04713F1E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7386-677E-4504-B2DD-E8F70A372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774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B195BA-5FA0-9A14-A8F3-90059058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E412BB-5F04-ECDC-01D1-CF4BD83ED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69DFC3-5FEC-9D5F-841D-D341FA14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FD3E-59D9-4A01-9A60-32F877572384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89635B-315F-062B-C323-2518B25D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59C97B-C159-878E-AB11-073CE8DC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7386-677E-4504-B2DD-E8F70A372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877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BAF496-DEA7-827F-9C20-FFB9B3216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F71C0D-756F-5A80-D413-EAA98B040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DEF285-F04C-40D8-DADA-1493624F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FD3E-59D9-4A01-9A60-32F877572384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59C3F4-5936-9997-704D-CE4BA816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76585B-1277-060C-0030-C9F18DCF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7386-677E-4504-B2DD-E8F70A372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149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18B741-1ECC-B62A-DAC3-708D1F33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4D96AA-99D6-247F-FE87-4EE7F7716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724084-AD95-0DCE-7A19-D0FDBEB33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0E636B-25B3-B3D6-BB4B-88018D902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FD3E-59D9-4A01-9A60-32F877572384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EA3EDE-AE35-E095-21F1-E76259C92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5999AC3-0FE1-E3DD-E500-C2CF8357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7386-677E-4504-B2DD-E8F70A372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3304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F69417-EAFE-CC52-CE1F-372EFD6E3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429E15-76A3-20C1-BBFB-914D4567E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009607-E064-6191-970C-C4DED9486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3E49A4A-76DE-D471-BA77-5B1D09C95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645F288-F89B-BBDC-B7FD-890365A79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C984F20-D69B-031F-CDF4-018A277B6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FD3E-59D9-4A01-9A60-32F877572384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476E5FD-2C03-C3C4-E639-4F5F724C2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E61663B-EA82-413F-88FC-528273173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7386-677E-4504-B2DD-E8F70A372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484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CACCA1-F2FF-B391-E95E-CEEE36AB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CE1AD20-262F-BDD3-7BA4-F6E293DD8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FD3E-59D9-4A01-9A60-32F877572384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BDC6299-5F20-DE02-1874-C4F0D049D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11C4CD2-ADFD-877F-C0D9-6A3AA0F7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7386-677E-4504-B2DD-E8F70A372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598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465B556-7D5A-1EB4-5965-C1337A56B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FD3E-59D9-4A01-9A60-32F877572384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9A318C9-B478-1EE5-487F-846A0872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4B35C9-3026-4544-B09C-BAEFC648D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7386-677E-4504-B2DD-E8F70A372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65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38450E-1E25-227E-E4CA-1AEAFDFC6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C989B4-05F3-EAD2-5649-933394F43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07E812-4B5A-97F1-D058-9B86F4278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D73DF90-A5C9-7D73-837C-B14E68912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FD3E-59D9-4A01-9A60-32F877572384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DB5B9C-3555-F397-C9F2-906896F4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F24F95-9448-BEC2-F6B0-AE123D7F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7386-677E-4504-B2DD-E8F70A372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2961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E2AE19-BB2A-8530-6C82-50CECD1C2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F13F2A1-9EDD-C81A-F637-04EF319B1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C58AAF-00A7-24CD-4B4C-4184DA78D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A5F901-3E6B-67F1-30DF-F7C0797B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FD3E-59D9-4A01-9A60-32F877572384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F161C6-6701-FC41-BAF1-08D4F664E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86FEE0-486A-B4C0-87FA-3676CCEF3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7386-677E-4504-B2DD-E8F70A372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4205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B49E3A-29A9-DA4C-BD8D-B3C41ED54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DF60382-3349-D583-09C4-18C596030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1344B2-FF7B-3172-7431-E24F3228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FD3E-59D9-4A01-9A60-32F877572384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5E032B-29C6-B89F-A1E5-3AB8D38FA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38349C-B214-02BA-C5FE-14D6A600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7386-677E-4504-B2DD-E8F70A372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2522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8EE1D1-9144-C4D1-99DE-584266715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435A3C4-39AC-5F78-AB29-F750EB714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4A0133-9CDF-E3E0-AC40-F0E1A9385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FD3E-59D9-4A01-9A60-32F877572384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5835F1-5475-C235-CFBA-E16D3FE77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DE44B2-81FC-A460-C9D4-B74F73085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7386-677E-4504-B2DD-E8F70A372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992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175E4F-C01C-DD32-93DE-ABC2777D6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28C721-85BA-7732-F626-8F1834662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A10F0C-B588-81FF-EBAD-48EB6D69F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FD3E-59D9-4A01-9A60-32F877572384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0E9473-61B6-2947-6C78-3E0B5F110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E70134-D33C-7E1B-1802-C17F4DA4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57386-677E-4504-B2DD-E8F70A372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259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77469AD-D382-50E9-93D4-3283DE741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911DD4-911C-658D-53AF-5269133F5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1A5D7B-0225-DFA8-46F9-3A03F43FF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7FD3E-59D9-4A01-9A60-32F877572384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B16D2A-BEC5-9959-2702-7E12E290B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84B5E6-DD30-3D2E-6570-345F48E5E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57386-677E-4504-B2DD-E8F70A3729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374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072A35-587A-3926-9D0D-FB34D68899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TW" altLang="en-US"/>
              <a:t>四半期売上報告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AB0014C-80B7-30FE-5EB3-B62FA81D6D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/>
              <a:t>2024</a:t>
            </a:r>
            <a:r>
              <a:rPr kumimoji="1" lang="ja-JP" altLang="en-US"/>
              <a:t>年度 第</a:t>
            </a:r>
            <a:r>
              <a:rPr kumimoji="1" lang="en-US" altLang="ja-JP"/>
              <a:t>4</a:t>
            </a:r>
            <a:r>
              <a:rPr kumimoji="1" lang="ja-JP" altLang="en-US"/>
              <a:t>四半期</a:t>
            </a:r>
          </a:p>
        </p:txBody>
      </p:sp>
    </p:spTree>
    <p:extLst>
      <p:ext uri="{BB962C8B-B14F-4D97-AF65-F5344CB8AC3E}">
        <p14:creationId xmlns:p14="http://schemas.microsoft.com/office/powerpoint/2010/main" val="1372965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51C528-99C1-DCE9-43EC-8855DCAFC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部門別売上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50B38EF6-A872-5069-577C-26D61C9EA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22795"/>
              </p:ext>
            </p:extLst>
          </p:nvPr>
        </p:nvGraphicFramePr>
        <p:xfrm>
          <a:off x="720002" y="1440002"/>
          <a:ext cx="7200011" cy="2160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4">
                  <a:extLst>
                    <a:ext uri="{9D8B030D-6E8A-4147-A177-3AD203B41FA5}">
                      <a16:colId xmlns:a16="http://schemas.microsoft.com/office/drawing/2014/main" val="1104951090"/>
                    </a:ext>
                  </a:extLst>
                </a:gridCol>
                <a:gridCol w="2400004">
                  <a:extLst>
                    <a:ext uri="{9D8B030D-6E8A-4147-A177-3AD203B41FA5}">
                      <a16:colId xmlns:a16="http://schemas.microsoft.com/office/drawing/2014/main" val="547574402"/>
                    </a:ext>
                  </a:extLst>
                </a:gridCol>
                <a:gridCol w="2400004">
                  <a:extLst>
                    <a:ext uri="{9D8B030D-6E8A-4147-A177-3AD203B41FA5}">
                      <a16:colId xmlns:a16="http://schemas.microsoft.com/office/drawing/2014/main" val="853099986"/>
                    </a:ext>
                  </a:extLst>
                </a:gridCol>
              </a:tblGrid>
              <a:tr h="7200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部門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売上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前年比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491554"/>
                  </a:ext>
                </a:extLst>
              </a:tr>
              <a:tr h="7200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東京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1500000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120%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598851"/>
                  </a:ext>
                </a:extLst>
              </a:tr>
              <a:tr h="7200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大阪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980000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105%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285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41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3F2A60D-250E-9FF4-9573-7C64BC04F682}"/>
              </a:ext>
            </a:extLst>
          </p:cNvPr>
          <p:cNvSpPr txBox="1"/>
          <p:nvPr/>
        </p:nvSpPr>
        <p:spPr>
          <a:xfrm>
            <a:off x="720001" y="720001"/>
            <a:ext cx="5400008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/>
              <a:t>グラフスライド</a:t>
            </a:r>
          </a:p>
        </p:txBody>
      </p:sp>
      <p:sp>
        <p:nvSpPr>
          <p:cNvPr id="3" name="SampleRect">
            <a:extLst>
              <a:ext uri="{FF2B5EF4-FFF2-40B4-BE49-F238E27FC236}">
                <a16:creationId xmlns:a16="http://schemas.microsoft.com/office/drawing/2014/main" id="{0CC4D27E-E0DA-B0E1-E405-436ADFF090CB}"/>
              </a:ext>
            </a:extLst>
          </p:cNvPr>
          <p:cNvSpPr/>
          <p:nvPr/>
        </p:nvSpPr>
        <p:spPr>
          <a:xfrm>
            <a:off x="1080002" y="1800003"/>
            <a:ext cx="2880004" cy="1440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4223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ワイド画面</PresentationFormat>
  <Paragraphs>13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四半期売上報告</vt:lpstr>
      <vt:lpstr>部門別売上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朋和 片山</dc:creator>
  <cp:lastModifiedBy>朋和 片山</cp:lastModifiedBy>
  <cp:revision>1</cp:revision>
  <dcterms:created xsi:type="dcterms:W3CDTF">2026-03-27T05:57:40Z</dcterms:created>
  <dcterms:modified xsi:type="dcterms:W3CDTF">2026-03-27T05:57:40Z</dcterms:modified>
</cp:coreProperties>
</file>